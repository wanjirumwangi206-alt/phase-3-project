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3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0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1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7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8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42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01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57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009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96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04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49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88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2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91F4459-C791-4DDE-9B6B-3687840636C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8408A-CE24-44AB-BF06-9E50A669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086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DBD8-AEC3-8226-CBA1-D03938AF7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60015"/>
            <a:ext cx="8825658" cy="3013895"/>
          </a:xfrm>
        </p:spPr>
        <p:txBody>
          <a:bodyPr/>
          <a:lstStyle/>
          <a:p>
            <a:r>
              <a:rPr lang="en-US" dirty="0"/>
              <a:t>SYRIA TEL COMMUNICATION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41346-1686-C9AB-84CF-4F8549551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869" y="4102466"/>
            <a:ext cx="8825658" cy="86142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 CUSTOMER CHURN PREDICTION</a:t>
            </a:r>
            <a:endParaRPr lang="en-US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567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98E0-7281-69BB-D86E-A7F59B204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UNDERSTANDING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A41F-4774-6AFA-DC47-8666F0771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606604"/>
            <a:ext cx="8946541" cy="4195481"/>
          </a:xfrm>
        </p:spPr>
        <p:txBody>
          <a:bodyPr>
            <a:normAutofit fontScale="92500" lnSpcReduction="20000"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Syria </a:t>
            </a:r>
            <a:r>
              <a:rPr lang="en-US" dirty="0" err="1">
                <a:solidFill>
                  <a:schemeClr val="bg1"/>
                </a:solidFill>
              </a:rPr>
              <a:t>tel</a:t>
            </a:r>
            <a:r>
              <a:rPr lang="en-US" dirty="0">
                <a:solidFill>
                  <a:schemeClr val="bg1"/>
                </a:solidFill>
              </a:rPr>
              <a:t> company  is faced with customer churning to competitors and a lot of customer service calls on complains</a:t>
            </a:r>
          </a:p>
          <a:p>
            <a:pPr lvl="0" fontAlgn="base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</a:rPr>
              <a:t>Customer churn leads to revenue loss and high acquisition costs </a:t>
            </a:r>
          </a:p>
          <a:p>
            <a:pPr lvl="0" fontAlgn="base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</a:rPr>
              <a:t>The goal is to predict customers likely to churn early </a:t>
            </a:r>
          </a:p>
          <a:p>
            <a:pPr lvl="0" fontAlgn="base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bg1"/>
              </a:solidFill>
            </a:endParaRPr>
          </a:p>
          <a:p>
            <a:pPr>
              <a:lnSpc>
                <a:spcPts val="1425"/>
              </a:lnSpc>
            </a:pPr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Business Objective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1.To retain Valuable customers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2.To increase customer satisfaction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3.To reduce revenue loss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4.To optimize marketing and retention efforts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0" fontAlgn="base"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bg1"/>
              </a:solidFill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9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8746-4496-7E57-C76F-6288A472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Why Machine learning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F024-3421-A556-0288-5AE003F1E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508632"/>
            <a:ext cx="8946541" cy="4195481"/>
          </a:xfrm>
        </p:spPr>
        <p:txBody>
          <a:bodyPr/>
          <a:lstStyle/>
          <a:p>
            <a:r>
              <a:rPr lang="en-US" dirty="0"/>
              <a:t>We have categorical data that has non linear regression</a:t>
            </a:r>
          </a:p>
          <a:p>
            <a:pPr lvl="0" fontAlgn="base"/>
            <a:r>
              <a:rPr lang="en-US" altLang="en-US" dirty="0"/>
              <a:t>Detects hidden patterns in customer behavior </a:t>
            </a:r>
          </a:p>
          <a:p>
            <a:pPr lvl="0" fontAlgn="base"/>
            <a:r>
              <a:rPr lang="en-US" altLang="en-US" dirty="0"/>
              <a:t>Provides early prediction of </a:t>
            </a:r>
            <a:r>
              <a:rPr lang="en-US" altLang="en-US" dirty="0">
                <a:latin typeface="Arial" panose="020B0604020202020204" pitchFamily="34" charset="0"/>
              </a:rPr>
              <a:t>churn risk </a:t>
            </a:r>
          </a:p>
          <a:p>
            <a:pPr lvl="0" fontAlgn="base"/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b="1" dirty="0"/>
              <a:t>Problem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Binary Classification Problem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= Customer will churn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0 = Customer will stay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Based on customer behavior features</a:t>
            </a:r>
          </a:p>
          <a:p>
            <a:pPr lvl="0" fontAlgn="base"/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55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C095-5494-3E31-8F35-E60259B0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Models Used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62344-0AB9-418D-C309-5687EBDF0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Dummy Classifier (baseline model)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 (linear model)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 (best performing model)</a:t>
            </a:r>
          </a:p>
          <a:p>
            <a:r>
              <a:rPr lang="en-US" dirty="0"/>
              <a:t> </a:t>
            </a:r>
            <a:r>
              <a:rPr lang="en-US" b="1" dirty="0"/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Dummy: High accuracy, no real prediction power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Logistic Regression: Good recall, low precision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Tree: Best overall performance (Accuracy, F1, AUC)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 selected as best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4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A563-8A17-018D-5EB4-D8119D0A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ACCC-6E23-03E5-16A5-AC5A1EC1A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Decision Tree for final predictions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Logistic Regression for early warning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 not use Dummy model for decisions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Focus on high-risk customers for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99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7EE9-CC3C-1F72-A47A-51069113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Actions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C6CE5-80F0-978E-7B6E-CD53D1B23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Business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customer service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pricing and competitor charges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discounts and bundle packages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high-risk customers early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34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92F0-5ADB-D436-B20F-618CCFA0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9358-E22B-7D95-B313-195AB7157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improves churn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Decision Tree is the most effective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identification helps reduce customer loss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Data-driven strategy improves business retention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09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5229E-BA9F-FB8B-13A6-003457AF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424082"/>
          </a:xfrm>
        </p:spPr>
        <p:txBody>
          <a:bodyPr/>
          <a:lstStyle/>
          <a:p>
            <a:r>
              <a:rPr lang="en-US"/>
              <a:t>    THANK </a:t>
            </a:r>
            <a:r>
              <a:rPr lang="en-US" dirty="0"/>
              <a:t>YOU </a:t>
            </a:r>
            <a:br>
              <a:rPr lang="en-US" dirty="0"/>
            </a:br>
            <a:br>
              <a:rPr lang="en-US"/>
            </a:br>
            <a:r>
              <a:rPr lang="en-US"/>
              <a:t>     QUESTIONS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358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33</TotalTime>
  <Words>274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Consolas</vt:lpstr>
      <vt:lpstr>Wingdings</vt:lpstr>
      <vt:lpstr>Wingdings 3</vt:lpstr>
      <vt:lpstr>Ion</vt:lpstr>
      <vt:lpstr>SYRIA TEL COMMUNICATION COMPANY</vt:lpstr>
      <vt:lpstr>BUSINESS UNDERSTANDING </vt:lpstr>
      <vt:lpstr>Why Machine learning </vt:lpstr>
      <vt:lpstr>Models Used </vt:lpstr>
      <vt:lpstr>Recommendations </vt:lpstr>
      <vt:lpstr>Business Actions </vt:lpstr>
      <vt:lpstr>Conclusion </vt:lpstr>
      <vt:lpstr>    THANK YOU       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Felista</dc:creator>
  <cp:lastModifiedBy>Felista</cp:lastModifiedBy>
  <cp:revision>1</cp:revision>
  <dcterms:created xsi:type="dcterms:W3CDTF">2026-05-05T13:16:35Z</dcterms:created>
  <dcterms:modified xsi:type="dcterms:W3CDTF">2026-05-05T13:49:35Z</dcterms:modified>
</cp:coreProperties>
</file>